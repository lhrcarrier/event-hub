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D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66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7C0954-10A1-B7A1-BC0D-CBCC37E169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445AED-556E-B320-C11A-9B69BEEE02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7D05B-BBAE-4BB9-AC51-50198243288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B2F90-BA5E-3972-CF71-6F2FD05734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35011-7442-52A8-1483-27DAD2F6B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8772B-83C5-4C41-A58F-4D307BCD5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603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92F3EF-F777-B005-21A1-0C9885117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075" y="0"/>
            <a:ext cx="6638925" cy="6638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374E94-0A02-460B-A126-6B81D78B3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140" y="2340249"/>
            <a:ext cx="9144000" cy="1711579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AA6CA-CFFD-C75D-92D8-9225A32BB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12008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Bahnschrift SemiBold" panose="020B0502040204020203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E7BC-526D-FF08-61B2-E431BB11E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38595-ADD4-FDE1-0FC9-8544FD03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75897-55CB-81CF-8F52-B25A18C5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7B16BB-F355-3DDB-E1FD-A0D50B0BB9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37" y="758801"/>
            <a:ext cx="3301256" cy="1209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3608AA-B702-00AA-2A7B-6CBD0658DF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52" y="400331"/>
            <a:ext cx="2043949" cy="18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9CF89F-9B7B-AB55-6B70-111218E71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82329" y="3348329"/>
            <a:ext cx="3509671" cy="3509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2EF80C-07BA-8008-01C5-DE20741543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5400" b="1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Presenters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AB672-B340-8B59-E07A-9B9E87F5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D7BD5-5220-15E7-9358-DDA8A5E8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6FE8A-37F1-F2FB-42AB-8E2A12B6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3D058E-A4CE-9B1E-F0D3-A538F6ECF2C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47" y="6205530"/>
            <a:ext cx="724699" cy="663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FAFC72-125E-0B38-FA75-7DCA91F8E1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92" y="6219826"/>
            <a:ext cx="638174" cy="6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65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4A29C4-684C-B19D-C0AD-C716F981EA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098" y="4397495"/>
            <a:ext cx="2445901" cy="24716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339148-2B58-E270-BE8D-5695F2654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78"/>
          <a:stretch/>
        </p:blipFill>
        <p:spPr>
          <a:xfrm>
            <a:off x="0" y="0"/>
            <a:ext cx="12192000" cy="1263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D54655-B946-3C0D-FFE0-8899E616C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97" y="288344"/>
            <a:ext cx="10515600" cy="975064"/>
          </a:xfrm>
        </p:spPr>
        <p:txBody>
          <a:bodyPr>
            <a:normAutofit/>
          </a:bodyPr>
          <a:lstStyle>
            <a:lvl1pPr>
              <a:defRPr sz="4800" b="1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B7875-AF7D-9156-DB6F-4DA786348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97" y="1375090"/>
            <a:ext cx="10620303" cy="4801873"/>
          </a:xfrm>
        </p:spPr>
        <p:txBody>
          <a:bodyPr>
            <a:normAutofit/>
          </a:bodyPr>
          <a:lstStyle>
            <a:lvl1pPr>
              <a:defRPr sz="3200">
                <a:latin typeface="Bahnschrift SemiLight" panose="020B0502040204020203" pitchFamily="34" charset="0"/>
              </a:defRPr>
            </a:lvl1pPr>
            <a:lvl2pPr>
              <a:defRPr sz="2800">
                <a:latin typeface="Bahnschrift SemiLight" panose="020B0502040204020203" pitchFamily="34" charset="0"/>
              </a:defRPr>
            </a:lvl2pPr>
            <a:lvl3pPr>
              <a:defRPr sz="2400">
                <a:latin typeface="Bahnschrift SemiLight" panose="020B0502040204020203" pitchFamily="34" charset="0"/>
              </a:defRPr>
            </a:lvl3pPr>
            <a:lvl4pPr>
              <a:defRPr sz="2000">
                <a:latin typeface="Bahnschrift SemiLight" panose="020B0502040204020203" pitchFamily="34" charset="0"/>
              </a:defRPr>
            </a:lvl4pPr>
            <a:lvl5pPr>
              <a:defRPr sz="2000"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B2EC4-B65A-C71D-4EFB-07038001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5BE7A-3499-DF15-8451-C903976A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0019FC-074A-A6F6-C966-0533CBE2B0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47" y="6205530"/>
            <a:ext cx="724699" cy="6636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FB6C82B-0F99-D0F7-343E-1C65F4CA771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92" y="6219826"/>
            <a:ext cx="638174" cy="6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1B592B4-E42A-C109-B171-5B0A9544AA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574" y="0"/>
            <a:ext cx="5530426" cy="5530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243606-81C2-B454-D9CD-58FAC601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0974"/>
            <a:ext cx="10515600" cy="2091501"/>
          </a:xfrm>
        </p:spPr>
        <p:txBody>
          <a:bodyPr anchor="b"/>
          <a:lstStyle>
            <a:lvl1pPr>
              <a:defRPr sz="6000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4F84B-C34E-7513-7942-BF7B1487F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Bahnschrift SemiBold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71420-8A32-D36B-07CB-394C7656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1C18C-9CB4-F689-0D69-20BB7DF5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C52CB-F801-1FB4-5903-CADFF7BA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77F13-5863-B53E-AE70-A2578A88DD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37" y="758801"/>
            <a:ext cx="3301256" cy="1209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CF17F1-271A-04C2-AF39-7B2D56C2CF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52" y="400331"/>
            <a:ext cx="2043949" cy="18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5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B85286-71D9-6DD1-41D7-954BADA4E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098" y="4397495"/>
            <a:ext cx="2445901" cy="24716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4A16A0-ABA2-82F3-6249-AF6060F4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BCCB-A3F4-36C7-218D-C13AD745E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4B117-0A25-656A-98CE-73CCD7DC9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3C728-96BB-A2A6-4516-719F1CCE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8CDD4-03E4-61DF-81B0-301FAFC0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8EDB4-A31F-3222-BF02-DF028747A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8A09EC-C04B-8050-3D4E-058E082036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47" y="6205530"/>
            <a:ext cx="724699" cy="663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8F4488-F0E7-C3B4-461C-1829CBDE79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92" y="6219826"/>
            <a:ext cx="638174" cy="6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5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F98A6E7-08B5-CDB9-E4D2-D1F1A9FE1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098" y="4397495"/>
            <a:ext cx="2445901" cy="24716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D2767-A3EC-2572-5137-DABA65E4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2EB91-54FA-4392-D21F-4C07BFB5A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1E496-7BD2-E4F6-3B27-8543A6E56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619DF-4671-96AE-0981-341F636A9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4975D-180A-5355-A6B3-0E166E76F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7B4BB-888D-E9B8-FC76-E2A4A0AB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408F9-75EA-79A9-CF1D-83D9AAD1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F000-2D0B-2907-8218-10910404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834911-71CB-09A7-F13D-0FAF10E2E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47" y="6205530"/>
            <a:ext cx="724699" cy="663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311FF4-E65B-0390-831C-BCC36E6B7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92" y="6219826"/>
            <a:ext cx="638174" cy="6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0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9AE6-CEE4-8B9D-ED8B-55ED82CB1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060" y="2024242"/>
            <a:ext cx="10515600" cy="1893112"/>
          </a:xfrm>
        </p:spPr>
        <p:txBody>
          <a:bodyPr/>
          <a:lstStyle>
            <a:lvl1pPr>
              <a:defRPr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4366C-2D1A-27E0-315C-0100C7DF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9659E-64B0-B167-B0BB-12A4E11E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BB350-A275-55DC-D2BB-AAE0214E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05104B-02D9-9ABE-D717-62186844A1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53075" y="219075"/>
            <a:ext cx="6638925" cy="66389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2CEBCB-361C-B606-2CA0-1AAD0CCCE5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408" y="668061"/>
            <a:ext cx="2634499" cy="9652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DCAAE9-F53D-9E81-E979-46F846F04D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52" y="400331"/>
            <a:ext cx="1631131" cy="149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5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2A19C-7407-9DC0-CE93-16DFB0332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5D3199-8A41-9FBA-3B48-5FCC6C9A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8281B-DEEE-2A6A-0E1E-45581694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813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A3D7-F04F-335E-C9AA-4375D13A4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15A0F-8458-7782-AF40-601EC691D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6B139-023A-0E54-35DC-3E509EB03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2339-C403-7BDA-61AD-41C3212A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A6E0A-01F3-1259-17EC-C23F3240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86F90-FB79-7667-B5C4-918D0074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7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A741-C454-1A70-2C4C-01C54449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AA127-656B-1A0D-A4E4-77451CE6C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45908-F3F4-7A9C-33B1-DC8093D2B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230F9-4B1E-E44A-64B2-305F69E4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ED6D2-C5CA-9FA6-1DC3-6F2313BC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A287C-AA58-2AD0-A01C-964AC4CA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08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939C-7DF3-C3E0-ED48-13B6B773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1CFF5-1ABB-3DC6-7E9E-77F9E41EB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12FDD-1576-E6D7-0D0D-D01D5EC6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88355-5E0F-661D-B5FC-0EC8A8D9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8435B-BFAB-380D-F5A9-C8241B94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26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D82450-99B4-2230-5A7D-34722B7BE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52F74-46A0-E117-619E-113D86AA6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E5F43-2D5D-1FFE-2A6E-2310A739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BB3A0-7528-CD0B-C0DA-8E8FDD52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A7C6D-33C5-D91F-FF62-20FEC5DD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4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67DC0-9DD4-544C-3B38-7A0FFCF2B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2E93F-1654-3D03-026E-E403B03A5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396E8-7A83-7AC9-AEA3-104EE3B35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B3E0C-B84E-4D61-8A39-EB78F09AE6C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C62AD-38FF-61C1-62C8-C44C4E02D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EAFEA-1676-94A1-809F-F993C575F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E0A5C-0BE7-4C48-88AC-19C5D2E71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31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49F0-A2E8-5D66-05EA-8CC149E4AA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Project/ISAS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E661A-1379-04FC-1FBB-2507CE60C4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Track : AI / Java / Common</a:t>
            </a:r>
          </a:p>
          <a:p>
            <a:r>
              <a:rPr lang="en-US" dirty="0"/>
              <a:t>Grade : 2020/2021/2022</a:t>
            </a:r>
          </a:p>
          <a:p>
            <a:r>
              <a:rPr lang="en-US" dirty="0"/>
              <a:t>Batch: Batch 1/2/3/4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88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140B27-F1C5-4FF7-E777-9E5FE859A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/>
          <a:stretch>
            <a:fillRect/>
          </a:stretch>
        </p:blipFill>
        <p:spPr>
          <a:xfrm>
            <a:off x="977226" y="1897506"/>
            <a:ext cx="2101608" cy="2109096"/>
          </a:xfrm>
          <a:custGeom>
            <a:avLst/>
            <a:gdLst>
              <a:gd name="connsiteX0" fmla="*/ 1050804 w 2101608"/>
              <a:gd name="connsiteY0" fmla="*/ 0 h 2109096"/>
              <a:gd name="connsiteX1" fmla="*/ 2101608 w 2101608"/>
              <a:gd name="connsiteY1" fmla="*/ 1054548 h 2109096"/>
              <a:gd name="connsiteX2" fmla="*/ 1050804 w 2101608"/>
              <a:gd name="connsiteY2" fmla="*/ 2109096 h 2109096"/>
              <a:gd name="connsiteX3" fmla="*/ 0 w 2101608"/>
              <a:gd name="connsiteY3" fmla="*/ 1054548 h 2109096"/>
              <a:gd name="connsiteX4" fmla="*/ 1050804 w 2101608"/>
              <a:gd name="connsiteY4" fmla="*/ 0 h 2109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1608" h="2109096">
                <a:moveTo>
                  <a:pt x="1050804" y="0"/>
                </a:moveTo>
                <a:cubicBezTo>
                  <a:pt x="1631147" y="0"/>
                  <a:pt x="2101608" y="472137"/>
                  <a:pt x="2101608" y="1054548"/>
                </a:cubicBezTo>
                <a:cubicBezTo>
                  <a:pt x="2101608" y="1636959"/>
                  <a:pt x="1631147" y="2109096"/>
                  <a:pt x="1050804" y="2109096"/>
                </a:cubicBezTo>
                <a:cubicBezTo>
                  <a:pt x="470461" y="2109096"/>
                  <a:pt x="0" y="1636959"/>
                  <a:pt x="0" y="1054548"/>
                </a:cubicBezTo>
                <a:cubicBezTo>
                  <a:pt x="0" y="472137"/>
                  <a:pt x="470461" y="0"/>
                  <a:pt x="1050804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0251E4-43B1-915A-4E58-504687FF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263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Presenters</a:t>
            </a:r>
            <a:endParaRPr lang="en-IN" sz="6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20B9D-8E66-8C99-79B7-0173C3FED3E0}"/>
              </a:ext>
            </a:extLst>
          </p:cNvPr>
          <p:cNvSpPr txBox="1"/>
          <p:nvPr/>
        </p:nvSpPr>
        <p:spPr>
          <a:xfrm>
            <a:off x="1067970" y="4118289"/>
            <a:ext cx="2135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SemiBold" panose="020B0502040204020203" pitchFamily="34" charset="0"/>
              </a:rPr>
              <a:t>Name : ABCDEFGH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ID : 2020111111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Role: Team Leader</a:t>
            </a:r>
            <a:endParaRPr lang="en-IN" b="1" dirty="0">
              <a:latin typeface="Bahnschrift SemiBol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19346-AE3C-1579-C19B-0FE8D6288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/>
          <a:stretch>
            <a:fillRect/>
          </a:stretch>
        </p:blipFill>
        <p:spPr>
          <a:xfrm>
            <a:off x="3726243" y="1897506"/>
            <a:ext cx="2101608" cy="2109096"/>
          </a:xfrm>
          <a:custGeom>
            <a:avLst/>
            <a:gdLst>
              <a:gd name="connsiteX0" fmla="*/ 1050804 w 2101608"/>
              <a:gd name="connsiteY0" fmla="*/ 0 h 2109096"/>
              <a:gd name="connsiteX1" fmla="*/ 2101608 w 2101608"/>
              <a:gd name="connsiteY1" fmla="*/ 1054548 h 2109096"/>
              <a:gd name="connsiteX2" fmla="*/ 1050804 w 2101608"/>
              <a:gd name="connsiteY2" fmla="*/ 2109096 h 2109096"/>
              <a:gd name="connsiteX3" fmla="*/ 0 w 2101608"/>
              <a:gd name="connsiteY3" fmla="*/ 1054548 h 2109096"/>
              <a:gd name="connsiteX4" fmla="*/ 1050804 w 2101608"/>
              <a:gd name="connsiteY4" fmla="*/ 0 h 2109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1608" h="2109096">
                <a:moveTo>
                  <a:pt x="1050804" y="0"/>
                </a:moveTo>
                <a:cubicBezTo>
                  <a:pt x="1631147" y="0"/>
                  <a:pt x="2101608" y="472137"/>
                  <a:pt x="2101608" y="1054548"/>
                </a:cubicBezTo>
                <a:cubicBezTo>
                  <a:pt x="2101608" y="1636959"/>
                  <a:pt x="1631147" y="2109096"/>
                  <a:pt x="1050804" y="2109096"/>
                </a:cubicBezTo>
                <a:cubicBezTo>
                  <a:pt x="470461" y="2109096"/>
                  <a:pt x="0" y="1636959"/>
                  <a:pt x="0" y="1054548"/>
                </a:cubicBezTo>
                <a:cubicBezTo>
                  <a:pt x="0" y="472137"/>
                  <a:pt x="470461" y="0"/>
                  <a:pt x="1050804" y="0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DE1C56-4480-AAD9-4080-740202CA2A5E}"/>
              </a:ext>
            </a:extLst>
          </p:cNvPr>
          <p:cNvSpPr txBox="1"/>
          <p:nvPr/>
        </p:nvSpPr>
        <p:spPr>
          <a:xfrm>
            <a:off x="3816987" y="4118289"/>
            <a:ext cx="20730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SemiBold" panose="020B0502040204020203" pitchFamily="34" charset="0"/>
              </a:rPr>
              <a:t>Name: ABCDEFGH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ID: 2020111111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Role: Developer</a:t>
            </a:r>
            <a:endParaRPr lang="en-IN" b="1" dirty="0">
              <a:latin typeface="Bahnschrift SemiBold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A62A2E-56E3-5976-CE46-805C83B47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/>
          <a:stretch>
            <a:fillRect/>
          </a:stretch>
        </p:blipFill>
        <p:spPr>
          <a:xfrm>
            <a:off x="6475260" y="1897506"/>
            <a:ext cx="2101608" cy="2109096"/>
          </a:xfrm>
          <a:custGeom>
            <a:avLst/>
            <a:gdLst>
              <a:gd name="connsiteX0" fmla="*/ 1050804 w 2101608"/>
              <a:gd name="connsiteY0" fmla="*/ 0 h 2109096"/>
              <a:gd name="connsiteX1" fmla="*/ 2101608 w 2101608"/>
              <a:gd name="connsiteY1" fmla="*/ 1054548 h 2109096"/>
              <a:gd name="connsiteX2" fmla="*/ 1050804 w 2101608"/>
              <a:gd name="connsiteY2" fmla="*/ 2109096 h 2109096"/>
              <a:gd name="connsiteX3" fmla="*/ 0 w 2101608"/>
              <a:gd name="connsiteY3" fmla="*/ 1054548 h 2109096"/>
              <a:gd name="connsiteX4" fmla="*/ 1050804 w 2101608"/>
              <a:gd name="connsiteY4" fmla="*/ 0 h 2109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1608" h="2109096">
                <a:moveTo>
                  <a:pt x="1050804" y="0"/>
                </a:moveTo>
                <a:cubicBezTo>
                  <a:pt x="1631147" y="0"/>
                  <a:pt x="2101608" y="472137"/>
                  <a:pt x="2101608" y="1054548"/>
                </a:cubicBezTo>
                <a:cubicBezTo>
                  <a:pt x="2101608" y="1636959"/>
                  <a:pt x="1631147" y="2109096"/>
                  <a:pt x="1050804" y="2109096"/>
                </a:cubicBezTo>
                <a:cubicBezTo>
                  <a:pt x="470461" y="2109096"/>
                  <a:pt x="0" y="1636959"/>
                  <a:pt x="0" y="1054548"/>
                </a:cubicBezTo>
                <a:cubicBezTo>
                  <a:pt x="0" y="472137"/>
                  <a:pt x="470461" y="0"/>
                  <a:pt x="1050804" y="0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9AFE2B-CD19-A0AF-C295-D835217AD3FB}"/>
              </a:ext>
            </a:extLst>
          </p:cNvPr>
          <p:cNvSpPr txBox="1"/>
          <p:nvPr/>
        </p:nvSpPr>
        <p:spPr>
          <a:xfrm>
            <a:off x="6566004" y="4118289"/>
            <a:ext cx="20730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SemiBold" panose="020B0502040204020203" pitchFamily="34" charset="0"/>
              </a:rPr>
              <a:t>Name: ABCDEFGH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ID: 2020111111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Role: Designer</a:t>
            </a:r>
            <a:endParaRPr lang="en-IN" b="1" dirty="0">
              <a:latin typeface="Bahnschrift SemiBold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CAD884-DBC8-E18D-CF13-B6729C671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/>
          <a:stretch>
            <a:fillRect/>
          </a:stretch>
        </p:blipFill>
        <p:spPr>
          <a:xfrm>
            <a:off x="9224277" y="1897506"/>
            <a:ext cx="2101608" cy="2109096"/>
          </a:xfrm>
          <a:custGeom>
            <a:avLst/>
            <a:gdLst>
              <a:gd name="connsiteX0" fmla="*/ 1050804 w 2101608"/>
              <a:gd name="connsiteY0" fmla="*/ 0 h 2109096"/>
              <a:gd name="connsiteX1" fmla="*/ 2101608 w 2101608"/>
              <a:gd name="connsiteY1" fmla="*/ 1054548 h 2109096"/>
              <a:gd name="connsiteX2" fmla="*/ 1050804 w 2101608"/>
              <a:gd name="connsiteY2" fmla="*/ 2109096 h 2109096"/>
              <a:gd name="connsiteX3" fmla="*/ 0 w 2101608"/>
              <a:gd name="connsiteY3" fmla="*/ 1054548 h 2109096"/>
              <a:gd name="connsiteX4" fmla="*/ 1050804 w 2101608"/>
              <a:gd name="connsiteY4" fmla="*/ 0 h 2109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1608" h="2109096">
                <a:moveTo>
                  <a:pt x="1050804" y="0"/>
                </a:moveTo>
                <a:cubicBezTo>
                  <a:pt x="1631147" y="0"/>
                  <a:pt x="2101608" y="472137"/>
                  <a:pt x="2101608" y="1054548"/>
                </a:cubicBezTo>
                <a:cubicBezTo>
                  <a:pt x="2101608" y="1636959"/>
                  <a:pt x="1631147" y="2109096"/>
                  <a:pt x="1050804" y="2109096"/>
                </a:cubicBezTo>
                <a:cubicBezTo>
                  <a:pt x="470461" y="2109096"/>
                  <a:pt x="0" y="1636959"/>
                  <a:pt x="0" y="1054548"/>
                </a:cubicBezTo>
                <a:cubicBezTo>
                  <a:pt x="0" y="472137"/>
                  <a:pt x="470461" y="0"/>
                  <a:pt x="1050804" y="0"/>
                </a:cubicBez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60D9CE-4CC3-E831-AE17-E5E4BC041E60}"/>
              </a:ext>
            </a:extLst>
          </p:cNvPr>
          <p:cNvSpPr txBox="1"/>
          <p:nvPr/>
        </p:nvSpPr>
        <p:spPr>
          <a:xfrm>
            <a:off x="9315021" y="4118289"/>
            <a:ext cx="21355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SemiBold" panose="020B0502040204020203" pitchFamily="34" charset="0"/>
              </a:rPr>
              <a:t>Name : ABCDEFGH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ID : 2020111111</a:t>
            </a:r>
          </a:p>
          <a:p>
            <a:r>
              <a:rPr lang="en-US" b="1" dirty="0">
                <a:latin typeface="Bahnschrift SemiBold" panose="020B0502040204020203" pitchFamily="34" charset="0"/>
              </a:rPr>
              <a:t>Role: Developer</a:t>
            </a:r>
            <a:endParaRPr lang="en-IN" b="1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25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96035C-FD08-8C62-007E-DE9FB4BC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ACD54-CECC-5688-3321-D3D65DD2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10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4E99-E390-7B79-1449-C1ADDCE0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Work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437BB-071E-4C2F-9D71-9A9E0C5C6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4CC39-0C6E-A221-DAAA-F24A79EA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FD92-68FB-5D7E-2CC6-3DE5D6063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6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141026-1B15-B1EE-B6FB-DA49FCB09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95" y="889317"/>
            <a:ext cx="9523809" cy="507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5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62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Aharoni</vt:lpstr>
      <vt:lpstr>Arial</vt:lpstr>
      <vt:lpstr>Bahnschrift</vt:lpstr>
      <vt:lpstr>Bahnschrift SemiBold</vt:lpstr>
      <vt:lpstr>Bahnschrift SemiLight</vt:lpstr>
      <vt:lpstr>Calibri</vt:lpstr>
      <vt:lpstr>Calibri Light</vt:lpstr>
      <vt:lpstr>Office Theme</vt:lpstr>
      <vt:lpstr>Project/ISAS Title</vt:lpstr>
      <vt:lpstr>Presenters</vt:lpstr>
      <vt:lpstr>Problem Statement</vt:lpstr>
      <vt:lpstr>Team Work Distribution</vt:lpstr>
      <vt:lpstr>Technologies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dc:creator>Ravi</dc:creator>
  <cp:lastModifiedBy>Jobin Joy</cp:lastModifiedBy>
  <cp:revision>18</cp:revision>
  <dcterms:created xsi:type="dcterms:W3CDTF">2022-11-28T11:56:17Z</dcterms:created>
  <dcterms:modified xsi:type="dcterms:W3CDTF">2026-05-06T03:25:03Z</dcterms:modified>
</cp:coreProperties>
</file>